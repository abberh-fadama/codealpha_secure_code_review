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000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99001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4114800" cy="41148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7B8BC"/>
                </a:solidFill>
              </a:rPr>
              <a:t>CYBER SECURITY  •  CODEALPHA INTERNSHIP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3D9DB"/>
                </a:solidFill>
              </a:rPr>
              <a:t>Recognizing, Resisting, and Reporting Social-Engineering Attacks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</a:rPr>
              <a:t>Task 2  —  Secure Coding Review submitted separately as Task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9C9"/>
                </a:solidFill>
              </a:rPr>
              <a:t>codealpha.tech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035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990011"/>
                </a:solidFill>
              </a:rPr>
              <a:t>Phishing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B2B2B"/>
                </a:solidFill>
              </a:rPr>
              <a:t> is a social-engineering attack where a criminal impersonates a trusted person or organization — a bank, a coworker, IT support, a delivery service — to trick you into handing over credentials, money, or access.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F3C7E"/>
                </a:solidFill>
              </a:rPr>
              <a:t>It's the #1 way attackers get 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6B6B6B"/>
                </a:solidFill>
              </a:rPr>
              <a:t>Most data breaches don't start with clever hacking — they start with one person clicking one link, because it's far cheaper and faster than breaking encryption.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78040" y="1325880"/>
            <a:ext cx="4343400" cy="489204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8D3D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700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21031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498080" y="272491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</a:rPr>
              <a:t>of successful breaches begin with a phishing email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35204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98080" y="414223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</a:rPr>
              <a:t>employees will click a well-crafted phishing test link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493776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98080" y="5559552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2B"/>
                </a:solidFill>
              </a:rPr>
              <a:t>is all it takes for stolen credentials to be used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</a:rPr>
              <a:t>Five red flags to check before you trust a message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6" name="Text 4"/>
          <p:cNvSpPr/>
          <p:nvPr/>
        </p:nvSpPr>
        <p:spPr>
          <a:xfrm>
            <a:off x="1325880" y="16642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Mismatched sender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6459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</a:rPr>
              <a:t>The display name looks right, but the actual email domain is misspelled or unrelated (e.g. @paypa1-secure.com).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0" name="Text 8"/>
          <p:cNvSpPr/>
          <p:nvPr/>
        </p:nvSpPr>
        <p:spPr>
          <a:xfrm>
            <a:off x="1325880" y="2560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Urgency &amp; threats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97680" y="254203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</a:rPr>
              <a:t>"Your account will be suspended in 24 hours" — pressure is designed to stop you from thinking it through.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83864"/>
            <a:ext cx="502920" cy="50292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83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1325880" y="345643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Generic greeting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343814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</a:rPr>
              <a:t>"Dear Customer" instead of your name — real institutions you have an account with usually know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79976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799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325880" y="435254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Suspicious links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433425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</a:rPr>
              <a:t>Hover before you click: the visible text and the real destination URL don't match.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76088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76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1325880" y="52486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Unexpected attachments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97680" y="523036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</a:rPr>
              <a:t>Invoices, "resumes," or shipping labels you never requested, especially .zip, .exe, or macro-enabled files.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Phishing Looks the Same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</a:rPr>
              <a:t>Six common variants to know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Email Phishing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Mass, untargeted emails sent to thousands of addresses hoping a few people bite.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9202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534924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Spear Phishing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Targeted at one person, using real details about them or their company to feel credible.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1920240"/>
            <a:ext cx="502920" cy="50292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🐋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918972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Whaling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964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Spear phishing aimed at executives — often fake wire-transfer or contract requests.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1508760" y="41330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Smishing (SMS)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Fake delivery, bank, or 'verify your account' texts with a malicious link.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056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41605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5349240" y="41330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Vishing (Voice)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A phone call from a fake 'IT support' or 'bank fraud team' asking for credentials.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9640" y="4160520"/>
            <a:ext cx="502920" cy="50292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9189720" y="41330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Clone Phishing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49640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A copy of a real email you received before, with the link swapped for a malicious one.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a Fake Website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B"/>
                </a:solidFill>
              </a:rPr>
              <a:t>Attackers clone real login pages pixel-for-pixel — the URL bar is where they slip up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0350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6035040" cy="4572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01952"/>
            <a:ext cx="128016" cy="12801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1901952"/>
            <a:ext cx="128016" cy="128016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8" name="Shape 6"/>
          <p:cNvSpPr/>
          <p:nvPr/>
        </p:nvSpPr>
        <p:spPr>
          <a:xfrm>
            <a:off x="1335024" y="1901952"/>
            <a:ext cx="128016" cy="128016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828800"/>
            <a:ext cx="484632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</a:t>
            </a:r>
            <a:pPr indent="0" marL="0">
              <a:buNone/>
            </a:pPr>
            <a:r>
              <a:rPr lang="en-US" sz="110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secure-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yourbank</a:t>
            </a:r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-login.xyz/verify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2423160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423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32" dirty="0"/>
          </a:p>
        </p:txBody>
      </p:sp>
      <p:sp>
        <p:nvSpPr>
          <p:cNvPr id="13" name="Text 11"/>
          <p:cNvSpPr/>
          <p:nvPr/>
        </p:nvSpPr>
        <p:spPr>
          <a:xfrm>
            <a:off x="132588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No padlock / "http" not "https"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2953512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953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32" dirty="0"/>
          </a:p>
        </p:txBody>
      </p:sp>
      <p:sp>
        <p:nvSpPr>
          <p:cNvPr id="16" name="Text 14"/>
          <p:cNvSpPr/>
          <p:nvPr/>
        </p:nvSpPr>
        <p:spPr>
          <a:xfrm>
            <a:off x="1325880" y="29077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Domain isn't the real company's (e.g. .xyz, extra words, hyphens)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3483864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838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32" dirty="0"/>
          </a:p>
        </p:txBody>
      </p:sp>
      <p:sp>
        <p:nvSpPr>
          <p:cNvPr id="19" name="Text 17"/>
          <p:cNvSpPr/>
          <p:nvPr/>
        </p:nvSpPr>
        <p:spPr>
          <a:xfrm>
            <a:off x="1325880" y="34381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Misspellings, odd spacing, or low-res logos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4400" y="4014216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14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32" dirty="0"/>
          </a:p>
        </p:txBody>
      </p:sp>
      <p:sp>
        <p:nvSpPr>
          <p:cNvPr id="22" name="Text 20"/>
          <p:cNvSpPr/>
          <p:nvPr/>
        </p:nvSpPr>
        <p:spPr>
          <a:xfrm>
            <a:off x="1325880" y="396849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Asks for more than a login normally would (PIN, full card number, OTP)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14400" y="4544568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544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32" dirty="0"/>
          </a:p>
        </p:txBody>
      </p:sp>
      <p:sp>
        <p:nvSpPr>
          <p:cNvPr id="25" name="Text 23"/>
          <p:cNvSpPr/>
          <p:nvPr/>
        </p:nvSpPr>
        <p:spPr>
          <a:xfrm>
            <a:off x="1325880" y="44988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Was reached by clicking a link, not typing the address yourself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086600" y="1737360"/>
            <a:ext cx="4434840" cy="3291840"/>
          </a:xfrm>
          <a:prstGeom prst="roundRect">
            <a:avLst>
              <a:gd name="adj" fmla="val 2778"/>
            </a:avLst>
          </a:prstGeom>
          <a:solidFill>
            <a:srgbClr val="2F3C7E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201168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D2F0"/>
                </a:solidFill>
              </a:rPr>
              <a:t>A LEGITIMATE SITE WILL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06640" y="2514600"/>
            <a:ext cx="292608" cy="292608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7818120" y="244144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Use HTTPS with a valid padlock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406640" y="3172968"/>
            <a:ext cx="292608" cy="292608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31729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7818120" y="3099816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Match the company's real, spelled-correctly domain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406640" y="3831336"/>
            <a:ext cx="292608" cy="292608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38313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2" dirty="0"/>
          </a:p>
        </p:txBody>
      </p:sp>
      <p:sp>
        <p:nvSpPr>
          <p:cNvPr id="36" name="Text 34"/>
          <p:cNvSpPr/>
          <p:nvPr/>
        </p:nvSpPr>
        <p:spPr>
          <a:xfrm>
            <a:off x="7818120" y="3758184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Never ask for your full password via email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406640" y="4489704"/>
            <a:ext cx="292608" cy="292608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38" name="Text 36"/>
          <p:cNvSpPr/>
          <p:nvPr/>
        </p:nvSpPr>
        <p:spPr>
          <a:xfrm>
            <a:off x="7406640" y="4489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32" dirty="0"/>
          </a:p>
        </p:txBody>
      </p:sp>
      <p:sp>
        <p:nvSpPr>
          <p:cNvPr id="39" name="Text 37"/>
          <p:cNvSpPr/>
          <p:nvPr/>
        </p:nvSpPr>
        <p:spPr>
          <a:xfrm>
            <a:off x="7818120" y="441655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Let you navigate to it by typing the address yourself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</a:rPr>
              <a:t>Phishing exploits psychology, not just technology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Urgency &amp; Fear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"Act now or lose access" — panic short-circuits careful checking.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9202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534924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Authority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Impersonating a CEO, a bank, or IT support so you comply without question.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1920240"/>
            <a:ext cx="502920" cy="50292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6" name="Text 14"/>
          <p:cNvSpPr/>
          <p:nvPr/>
        </p:nvSpPr>
        <p:spPr>
          <a:xfrm>
            <a:off x="8549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9189720" y="189280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Curiosity &amp; Greed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49640" y="256032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"You've won a prize" or "unpaid invoice attached" — too tempting not to open.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1605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1508760" y="41330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Trust &amp; Familiarity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8680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Spoofing a coworker or vendor you already correspond with regularly.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056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41605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430" dirty="0"/>
          </a:p>
        </p:txBody>
      </p:sp>
      <p:sp>
        <p:nvSpPr>
          <p:cNvPr id="27" name="Text 25"/>
          <p:cNvSpPr/>
          <p:nvPr/>
        </p:nvSpPr>
        <p:spPr>
          <a:xfrm>
            <a:off x="5349240" y="41330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Scarcity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09160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"Only 2 spots left" or "offer expires in 1 hour" pushes rushed decisions.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2104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9640" y="4160520"/>
            <a:ext cx="502920" cy="50292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</a:t>
            </a:r>
            <a:endParaRPr lang="en-US" sz="1430" dirty="0"/>
          </a:p>
        </p:txBody>
      </p:sp>
      <p:sp>
        <p:nvSpPr>
          <p:cNvPr id="32" name="Text 30"/>
          <p:cNvSpPr/>
          <p:nvPr/>
        </p:nvSpPr>
        <p:spPr>
          <a:xfrm>
            <a:off x="9189720" y="4133088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Helpfulness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49640" y="480060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Attackers exploit our instinct to help a 'colleague' who is stuck or in trouble.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Example: The "IT Password Reset" Email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B"/>
                </a:solidFill>
              </a:rPr>
              <a:t>A pattern seen constantly in real corporate phishing incidents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6B6B6B"/>
                </a:solidFill>
              </a:rPr>
              <a:t>From: 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990011"/>
                </a:solidFill>
              </a:rPr>
              <a:t>IT Helpdesk &lt;it-support@corp-helpdesk-team.com&gt;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6B6B6B"/>
                </a:solidFill>
              </a:rPr>
              <a:t>To: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2B2B2B"/>
                </a:solidFill>
              </a:rPr>
              <a:t>All Staff
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6B6B6B"/>
                </a:solidFill>
              </a:rPr>
              <a:t>Subject: 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990011"/>
                </a:solidFill>
              </a:rPr>
              <a:t>URGENT: Your password expires in 2 hours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621792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71800"/>
            <a:ext cx="6217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B2B2B"/>
                </a:solidFill>
              </a:rPr>
              <a:t>Dear Employee,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B2B2B"/>
                </a:solidFill>
              </a:rPr>
              <a:t>Our records show your network password will expire today. To avoid losing access to your email and files, please verify your identity immediately using the secure link below.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B2B2B"/>
                </a:solidFill>
              </a:rPr>
              <a:t>Click here to keep your account active: portal-verify-now.net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B2B2B"/>
                </a:solidFill>
              </a:rPr>
              <a:t>Failure to act within 2 hours will result in permanent account suspension.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2B2B2B"/>
                </a:solidFill>
              </a:rPr>
              <a:t>IT Support Team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635240" y="169164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5C000A"/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D9DB"/>
                </a:solidFill>
              </a:rPr>
              <a:t>WHAT GIVES IT AWAY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09560" y="242316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24231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5C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36" dirty="0"/>
          </a:p>
        </p:txBody>
      </p:sp>
      <p:sp>
        <p:nvSpPr>
          <p:cNvPr id="12" name="Text 10"/>
          <p:cNvSpPr/>
          <p:nvPr/>
        </p:nvSpPr>
        <p:spPr>
          <a:xfrm>
            <a:off x="8366760" y="23774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Sender domain isn't the real company domain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09560" y="313639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909560" y="3136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5C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36" dirty="0"/>
          </a:p>
        </p:txBody>
      </p:sp>
      <p:sp>
        <p:nvSpPr>
          <p:cNvPr id="15" name="Text 13"/>
          <p:cNvSpPr/>
          <p:nvPr/>
        </p:nvSpPr>
        <p:spPr>
          <a:xfrm>
            <a:off x="8366760" y="30906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"URGENT" + countdown = manufactured urgency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09560" y="3849624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5C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36" dirty="0"/>
          </a:p>
        </p:txBody>
      </p:sp>
      <p:sp>
        <p:nvSpPr>
          <p:cNvPr id="18" name="Text 16"/>
          <p:cNvSpPr/>
          <p:nvPr/>
        </p:nvSpPr>
        <p:spPr>
          <a:xfrm>
            <a:off x="8366760" y="3803904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Generic "Dear Employee" greeting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09560" y="4562856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909560" y="4562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5C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36" dirty="0"/>
          </a:p>
        </p:txBody>
      </p:sp>
      <p:sp>
        <p:nvSpPr>
          <p:cNvPr id="21" name="Text 19"/>
          <p:cNvSpPr/>
          <p:nvPr/>
        </p:nvSpPr>
        <p:spPr>
          <a:xfrm>
            <a:off x="8366760" y="4517136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Link text hides an unrelated .net domain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09560" y="527608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5276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5C0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36" dirty="0"/>
          </a:p>
        </p:txBody>
      </p:sp>
      <p:sp>
        <p:nvSpPr>
          <p:cNvPr id="24" name="Text 22"/>
          <p:cNvSpPr/>
          <p:nvPr/>
        </p:nvSpPr>
        <p:spPr>
          <a:xfrm>
            <a:off x="8366760" y="523036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Threat of consequence to force a fast click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Case Study: CEO Fraud (BEC)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B"/>
                </a:solidFill>
              </a:rPr>
              <a:t>Business Email Compromise scams have cost organizations billions of dollars worldwide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68780" y="219456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16687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Research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Attacker studies the company's website, LinkedIn, and press releases to learn names, titles, and vendor relationships.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46120" y="320040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7288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75988" y="219456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4475988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3584448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Impersonate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0168" y="33375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A spoofed or lookalike email arrives, appearing to be from the CEO or CFO, often timed for when that person is traveling.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53328" y="320040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54496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83196" y="219456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7283196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9" name="Text 17"/>
          <p:cNvSpPr/>
          <p:nvPr/>
        </p:nvSpPr>
        <p:spPr>
          <a:xfrm>
            <a:off x="6391656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Pressure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7376" y="33375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The message asks for an urgent, confidential wire transfer or gift-card purchase, framed as time-sensitive and discreet.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60536" y="320040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61704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90404" y="2194560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90404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5" name="Text 23"/>
          <p:cNvSpPr/>
          <p:nvPr/>
        </p:nvSpPr>
        <p:spPr>
          <a:xfrm>
            <a:off x="9198864" y="29260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Loss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44584" y="33375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Funds sent to the attacker's account are typically unrecoverable within hours as they're moved onward.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60527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</a:rPr>
              <a:t>Lesson: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7E9F4"/>
                </a:solidFill>
              </a:rPr>
              <a:t>Any request to move money or buy gift cards outside normal process — especially urgent, confidential, and from a leader who's "unreachable" — should be verified by phone using a known number, not by replying to the email.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Stay Safe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7EA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5349240" cy="640080"/>
          </a:xfrm>
          <a:prstGeom prst="roundRect">
            <a:avLst>
              <a:gd name="adj" fmla="val 14286"/>
            </a:avLst>
          </a:prstGeom>
          <a:solidFill>
            <a:srgbClr val="1E7B34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5349240" cy="27432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 DO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96112" y="2240280"/>
            <a:ext cx="274320" cy="274320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280160" y="218541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Hover over links to check the real URL before clicking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2862072"/>
            <a:ext cx="274320" cy="274320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280160" y="28072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Verify unexpected requests by phone, using a number you already know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" y="3483864"/>
            <a:ext cx="274320" cy="274320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83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280160" y="3429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Check the sender's full email address, not just the display name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6112" y="4105656"/>
            <a:ext cx="274320" cy="274320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105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280160" y="40507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Report suspicious emails to IT/security immediately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6112" y="4727448"/>
            <a:ext cx="274320" cy="274320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4727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280160" y="467258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Enable multi-factor authentication everywhere it's offered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6112" y="5349240"/>
            <a:ext cx="274320" cy="274320"/>
          </a:xfrm>
          <a:prstGeom prst="ellipse">
            <a:avLst/>
          </a:prstGeom>
          <a:solidFill>
            <a:srgbClr val="1E7B34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5349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1280160" y="529437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Keep software and browsers updated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99632" y="1371600"/>
            <a:ext cx="53492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F0D6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9632" y="1371600"/>
            <a:ext cx="5349240" cy="640080"/>
          </a:xfrm>
          <a:prstGeom prst="roundRect">
            <a:avLst>
              <a:gd name="adj" fmla="val 14286"/>
            </a:avLst>
          </a:prstGeom>
          <a:solidFill>
            <a:srgbClr val="990011"/>
          </a:solidFill>
          <a:ln/>
        </p:spPr>
      </p:sp>
      <p:sp>
        <p:nvSpPr>
          <p:cNvPr id="27" name="Shape 25"/>
          <p:cNvSpPr/>
          <p:nvPr/>
        </p:nvSpPr>
        <p:spPr>
          <a:xfrm>
            <a:off x="6199632" y="1737360"/>
            <a:ext cx="5349240" cy="2743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8" name="Text 26"/>
          <p:cNvSpPr/>
          <p:nvPr/>
        </p:nvSpPr>
        <p:spPr>
          <a:xfrm>
            <a:off x="6428232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✕  DON'T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55664" y="2240280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0" name="Text 28"/>
          <p:cNvSpPr/>
          <p:nvPr/>
        </p:nvSpPr>
        <p:spPr>
          <a:xfrm>
            <a:off x="6455664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6839712" y="218541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Click links or open attachments from unexpected senders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55664" y="2862072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664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6839712" y="28072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Enter your password after clicking an emailed link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55664" y="3483864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34838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839712" y="3429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Give out one-time codes (OTPs) to anyone, ever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55664" y="4105656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9" name="Text 37"/>
          <p:cNvSpPr/>
          <p:nvPr/>
        </p:nvSpPr>
        <p:spPr>
          <a:xfrm>
            <a:off x="6455664" y="4105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6839712" y="40507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Assume urgency means it's legitimate — real IT rarely gives 2-hour ultimatums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55664" y="4727448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42" name="Text 40"/>
          <p:cNvSpPr/>
          <p:nvPr/>
        </p:nvSpPr>
        <p:spPr>
          <a:xfrm>
            <a:off x="6455664" y="47274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6839712" y="467258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Reuse the same password across work and personal accounts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55664" y="5349240"/>
            <a:ext cx="274320" cy="2743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45" name="Text 43"/>
          <p:cNvSpPr/>
          <p:nvPr/>
        </p:nvSpPr>
        <p:spPr>
          <a:xfrm>
            <a:off x="6455664" y="5349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6839712" y="529437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B2B"/>
                </a:solidFill>
              </a:rPr>
              <a:t>Stay quiet if you already clicked — report it right away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Suspect Phishing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</a:rPr>
              <a:t>Four steps — whether you spotted it early or already clicked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Don't click or reply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0F0F0"/>
                </a:solidFill>
              </a:rPr>
              <a:t>Don't interact further with the message, forward it, or reply — even to say "is this real?"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46120" y="356616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47288" y="18288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3630168" y="20574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30168" y="29718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Report 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0168" y="379476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0F0F0"/>
                </a:solidFill>
              </a:rPr>
              <a:t>Use your organization's "Report Phishing" button, or forward it to your security/IT team.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53328" y="356616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54496" y="18288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6437376" y="20574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37376" y="29718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If you clicked: disconnect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37376" y="379476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0F0F0"/>
                </a:solidFill>
              </a:rPr>
              <a:t>Disconnect from the network and change the affected password immediately from a different device.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60536" y="3566160"/>
            <a:ext cx="246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61704" y="18288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9244584" y="20574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244584" y="297180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Tell someone right away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44584" y="379476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0F0F0"/>
                </a:solidFill>
              </a:rPr>
              <a:t>Notify IT/security without delay — fast reporting is what limits the damage, and no one will be blamed for reporting.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Quiz: Spot the Phish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</a:rPr>
              <a:t>Test what you just learned — answers on the next slide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B2B"/>
                </a:solidFill>
              </a:rPr>
              <a:t>You get an email from "Amazon" saying your order failed, from the address order-support@amaz0n-billing.info. What's the red flag?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4800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7B34"/>
                </a:solidFill>
              </a:rPr>
              <a:t>Answer: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</a:rPr>
              <a:t>The sender domain is spoofed / misspelled — not Amazon's real domain.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1856232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B2B"/>
                </a:solidFill>
              </a:rPr>
              <a:t>Your "CEO" texts asking you to urgently buy gift cards and send the codes. What should you do?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2926080"/>
            <a:ext cx="4800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0175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7B34"/>
                </a:solidFill>
              </a:rPr>
              <a:t>Answer: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</a:rPr>
              <a:t>Don't comply — verify by calling the CEO directly on a known number.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13632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14223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4078224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B2B"/>
                </a:solidFill>
              </a:rPr>
              <a:t>A password-reset email gives you 2 hours "or your account will be deleted." Suspicious or normal?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5148072"/>
            <a:ext cx="4800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3951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7B34"/>
                </a:solidFill>
              </a:rPr>
              <a:t>Answer: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</a:rPr>
              <a:t>Suspicious — manufactured urgency is a classic pressure tactic.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913632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14223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4078224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B2B2B"/>
                </a:solidFill>
              </a:rPr>
              <a:t>A link's visible text says yourbank.com, but hovering shows a totally different address. Click it?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5148072"/>
            <a:ext cx="48006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239512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7B34"/>
                </a:solidFill>
              </a:rPr>
              <a:t>Answer: 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6B6B"/>
                </a:solidFill>
              </a:rPr>
              <a:t>No — the destination URL is what matters, not the displayed text.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23060" y="18288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16230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Slow down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Urgency is a manipulation tactic, not a reason to skip verification.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7288" y="15544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30268" y="182880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4430268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3584448" y="2651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Verify independently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0168" y="3246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Use a known phone number or app — never the contact info in the suspicious message.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54496" y="15544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37476" y="1828800"/>
            <a:ext cx="640080" cy="640080"/>
          </a:xfrm>
          <a:prstGeom prst="ellipse">
            <a:avLst/>
          </a:prstGeom>
          <a:solidFill>
            <a:srgbClr val="C77700"/>
          </a:solidFill>
          <a:ln/>
        </p:spPr>
      </p:sp>
      <p:sp>
        <p:nvSpPr>
          <p:cNvPr id="15" name="Text 13"/>
          <p:cNvSpPr/>
          <p:nvPr/>
        </p:nvSpPr>
        <p:spPr>
          <a:xfrm>
            <a:off x="7237476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20" dirty="0"/>
          </a:p>
        </p:txBody>
      </p:sp>
      <p:sp>
        <p:nvSpPr>
          <p:cNvPr id="16" name="Text 14"/>
          <p:cNvSpPr/>
          <p:nvPr/>
        </p:nvSpPr>
        <p:spPr>
          <a:xfrm>
            <a:off x="6391656" y="2651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Check before you click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37376" y="3246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Sender address, link destination, and spelling all matter more than the logo.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61704" y="155448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E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044684" y="18288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44684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20" dirty="0"/>
          </a:p>
        </p:txBody>
      </p:sp>
      <p:sp>
        <p:nvSpPr>
          <p:cNvPr id="21" name="Text 19"/>
          <p:cNvSpPr/>
          <p:nvPr/>
        </p:nvSpPr>
        <p:spPr>
          <a:xfrm>
            <a:off x="9198864" y="26517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</a:rPr>
              <a:t>Report immediately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44584" y="3246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6B6B"/>
                </a:solidFill>
              </a:rPr>
              <a:t>Whether you spotted it or clicked it — fast reporting limits the damage every time.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5C000A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</a:rPr>
              <a:t>When in doubt, don't click — report it and ask. It takes 30 seconds and it's never the wrong call.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C00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99001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Alert. Stay Safe.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D9DB"/>
                </a:solidFill>
              </a:rPr>
              <a:t>Thank you for completing this Phishing Awareness Training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9C9"/>
                </a:solidFill>
              </a:rPr>
              <a:t>CodeAlpha Cyber Security Internship  •  Task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20116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37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E7B8BC"/>
                </a:solidFill>
              </a:rPr>
              <a:t>Questions or a suspicious email? Report it to your security team — every report helps protect the whole organization.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2026-08-21T08:47:38Z</dcterms:created>
  <dcterms:modified xsi:type="dcterms:W3CDTF">2026-08-21T08:47:38Z</dcterms:modified>
</cp:coreProperties>
</file>